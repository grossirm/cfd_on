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13F8B-1E0B-5C02-935B-CA39B90FF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32FD8-5CDB-4D32-DF3A-C673DB1E9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B6DD-6DEC-3C5F-00CF-25E3902B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28662-EE6D-FD87-D72D-D05CDAD2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FD62F-33C4-FAAA-49ED-306B04E4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290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F687-12A5-39E2-655B-790A6A1C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8FD17-3DD3-07D2-2E5A-EFAAA07F4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BD55C-B938-6B41-DAD1-6693A06C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D3D96-2BF5-DB2D-420E-72E58DDC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05BD5-A11E-35C2-6711-D6ED1B482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3906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ABA1-EE8D-0D55-5425-F72FA16F0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E7E8C-0A02-D594-78AE-F39FAA16E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4A300-D442-C65A-73BC-A2438AFA3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EEE09-9D45-64DE-5797-FC24351E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1EC52-26EA-1009-23DC-8FB6C8286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585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3809-DF4F-FDF4-71A0-60F6960B8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B58BB-F34A-55A0-7B17-BE558F53D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20689-C2AC-5810-7798-2AC1E13F2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C3B66-E319-9304-F784-810DFDD8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F8A33-1B89-53F6-4A84-D093B8A0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EC513-4F5B-3013-5C48-16E75928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407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1971-875D-79A1-B807-2B0D0D95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23288-47F6-888E-701C-2743CC11C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235D5-2BB6-A01F-BC4C-560BCAB4A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B2BDE-9AF6-7092-929E-16CC17200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58E61B-14B8-5601-9E27-B2060B007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81BE8-8D33-23A7-7292-5FFEA54E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8D995-BC68-A2BB-F48B-9E6E9831A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6582B-23F4-EF5D-9750-828883BA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036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B73D-5B0C-8EBF-9C45-3CFEE354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F696D-C1D5-FE1B-10BC-7DC49A82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84887-C351-AD38-A5AC-799932F9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BC18A-1FB3-30DB-B59E-9F7FC588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348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1F2DE-3001-A022-FCE3-EEB5102B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EA730-4475-4D73-FEAE-B14A98A8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27F0E-3C29-2A2B-20FE-50F4835F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684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A6F7-2761-50F6-4CC0-BDC7D6F8B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2645A-C28F-E38C-7C96-B65611C50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D8982-5357-5DC4-81D5-94BA18ED9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E3047-E803-AF3F-CEAD-4C6137DC9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BD58C-FEC9-E650-2697-F9499988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F4B60-799F-3748-226E-F490E5CF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955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2D69-3CF5-E0EA-018C-79F69200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EF678-E2DB-DA4C-F008-A35EEAA2F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26124-9968-7BB6-0AE7-BEB47FCBF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E9788-DD82-B0A7-8E62-17F6E631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4B855-28DC-9952-DC53-8627E391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BEE31-D6B3-E143-5513-54EC545D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211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A24D-F2D4-9555-479F-50306740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1007E-52B1-49AD-526D-63749D849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BBD22-6D45-308B-D1A6-DD9748AC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75236-9355-0332-0AF5-85EFB530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15B2A-EDD2-9177-42DB-0A76E612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496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5233-E5A9-BC51-E2E1-53FF2B743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4DD8C-55B2-74C7-B52D-57506297F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8CD96-A2AE-C6A8-BAF9-03D19647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14DD4-3242-16C0-BD81-DB7FF30A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A3E38-5205-38AC-DB89-47BC219A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562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D2182-94C1-55CC-E6A4-B3B4B7BB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188F4-FCD0-0347-FDD5-DFFB61D88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6B068-D795-7105-DC78-AC9A9C559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F677A-77B7-43B4-BC73-B5FA24B6CB52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BE505-4730-B31B-F466-D32D06266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7AB74-C3CB-8485-63BF-7842F0928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5AD6A-4B23-46FA-8B8D-4357D599495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375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6C9C543-0215-5895-77F5-9B6C6FD00296}"/>
              </a:ext>
            </a:extLst>
          </p:cNvPr>
          <p:cNvGrpSpPr/>
          <p:nvPr/>
        </p:nvGrpSpPr>
        <p:grpSpPr>
          <a:xfrm>
            <a:off x="7124889" y="2294470"/>
            <a:ext cx="4777400" cy="4303985"/>
            <a:chOff x="7000592" y="1874474"/>
            <a:chExt cx="4777400" cy="43039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1EDCFFC-148E-475B-3621-05D40B469EE6}"/>
                </a:ext>
              </a:extLst>
            </p:cNvPr>
            <p:cNvGrpSpPr/>
            <p:nvPr/>
          </p:nvGrpSpPr>
          <p:grpSpPr>
            <a:xfrm>
              <a:off x="7000592" y="3919084"/>
              <a:ext cx="4777400" cy="2259375"/>
              <a:chOff x="6853473" y="4256102"/>
              <a:chExt cx="4777400" cy="225937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4E7F19C-DB8E-5BFE-BE31-E8EA497C4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53473" y="4256102"/>
                <a:ext cx="4777400" cy="225937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D99F55-F17F-06A5-DA71-93AD85406C42}"/>
                  </a:ext>
                </a:extLst>
              </p:cNvPr>
              <p:cNvSpPr txBox="1"/>
              <p:nvPr/>
            </p:nvSpPr>
            <p:spPr>
              <a:xfrm>
                <a:off x="10924705" y="6237836"/>
                <a:ext cx="63374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1100" b="1" dirty="0">
                    <a:solidFill>
                      <a:srgbClr val="FF0000"/>
                    </a:solidFill>
                  </a:rPr>
                  <a:t>77</a:t>
                </a:r>
                <a:endParaRPr lang="LID4096" sz="11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092120B-4CA3-BC04-D69A-E78714447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0592" y="1874474"/>
              <a:ext cx="2242995" cy="76690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18BE151-AACC-5E37-9F9F-5727F9B26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49100"/>
            <a:stretch>
              <a:fillRect/>
            </a:stretch>
          </p:blipFill>
          <p:spPr>
            <a:xfrm>
              <a:off x="7000592" y="2713555"/>
              <a:ext cx="3840615" cy="107202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CEB86A-1102-80FE-B1DA-8F0E047F952F}"/>
                </a:ext>
              </a:extLst>
            </p:cNvPr>
            <p:cNvSpPr txBox="1"/>
            <p:nvPr/>
          </p:nvSpPr>
          <p:spPr>
            <a:xfrm>
              <a:off x="10037371" y="2847064"/>
              <a:ext cx="6337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0000FF"/>
                  </a:solidFill>
                </a:rPr>
                <a:t>3.8</a:t>
              </a:r>
              <a:endParaRPr lang="LID4096" sz="1400" b="1" dirty="0">
                <a:solidFill>
                  <a:srgbClr val="0000FF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18708B-680D-EF61-0A8F-E14CD32F0F7E}"/>
                </a:ext>
              </a:extLst>
            </p:cNvPr>
            <p:cNvSpPr txBox="1"/>
            <p:nvPr/>
          </p:nvSpPr>
          <p:spPr>
            <a:xfrm>
              <a:off x="7000592" y="3018732"/>
              <a:ext cx="90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solidFill>
                    <a:srgbClr val="0000FF"/>
                  </a:solidFill>
                </a:rPr>
                <a:t>Advection term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34801C-57A7-1836-CF51-2D56C7CC98E5}"/>
              </a:ext>
            </a:extLst>
          </p:cNvPr>
          <p:cNvGrpSpPr/>
          <p:nvPr/>
        </p:nvGrpSpPr>
        <p:grpSpPr>
          <a:xfrm>
            <a:off x="289711" y="280656"/>
            <a:ext cx="4901698" cy="3199741"/>
            <a:chOff x="2353901" y="1095468"/>
            <a:chExt cx="4301012" cy="28079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A8A2626-A3D5-FE67-E5B5-2B8F49B5A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2944" t="48846"/>
            <a:stretch>
              <a:fillRect/>
            </a:stretch>
          </p:blipFill>
          <p:spPr>
            <a:xfrm>
              <a:off x="2353901" y="1095468"/>
              <a:ext cx="4301012" cy="280792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508026-DBC2-322D-2437-F791052B6F3B}"/>
                </a:ext>
              </a:extLst>
            </p:cNvPr>
            <p:cNvSpPr txBox="1"/>
            <p:nvPr/>
          </p:nvSpPr>
          <p:spPr>
            <a:xfrm>
              <a:off x="2436136" y="1206530"/>
              <a:ext cx="9060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solidFill>
                    <a:srgbClr val="0000FF"/>
                  </a:solidFill>
                </a:rPr>
                <a:t>Mass 2.4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8393655-227D-5531-DDEC-CFA2AFF0B44F}"/>
                </a:ext>
              </a:extLst>
            </p:cNvPr>
            <p:cNvSpPr txBox="1"/>
            <p:nvPr/>
          </p:nvSpPr>
          <p:spPr>
            <a:xfrm>
              <a:off x="2436135" y="2084767"/>
              <a:ext cx="1311999" cy="243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solidFill>
                    <a:srgbClr val="0000FF"/>
                  </a:solidFill>
                </a:rPr>
                <a:t>Momentum </a:t>
              </a:r>
              <a:r>
                <a:rPr lang="en-US" sz="1200" b="1" dirty="0">
                  <a:solidFill>
                    <a:srgbClr val="0000FF"/>
                  </a:solidFill>
                </a:rPr>
                <a:t>2.7</a:t>
              </a:r>
              <a:endParaRPr lang="en-US" sz="1200" b="1" noProof="0" dirty="0">
                <a:solidFill>
                  <a:srgbClr val="0000FF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BB16FB1-15BA-E3C2-59A3-F61F89A7BBEF}"/>
                </a:ext>
              </a:extLst>
            </p:cNvPr>
            <p:cNvSpPr txBox="1"/>
            <p:nvPr/>
          </p:nvSpPr>
          <p:spPr>
            <a:xfrm>
              <a:off x="2434007" y="2862686"/>
              <a:ext cx="1314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solidFill>
                    <a:srgbClr val="0000FF"/>
                  </a:solidFill>
                </a:rPr>
                <a:t>Energy 2.15 Sec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EF9D7577-EE76-6460-EC22-B9FAC1C64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7196" y="275576"/>
            <a:ext cx="2438400" cy="6572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A320FDC-2D5E-D133-6282-5319D1EC7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9221" y="998426"/>
            <a:ext cx="1476375" cy="8191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2267C0-5007-CB18-F4B4-55FB7968F8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5891" y="998426"/>
            <a:ext cx="2438401" cy="8391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5DB8A95-3821-1924-913E-68DC3B7B8781}"/>
              </a:ext>
            </a:extLst>
          </p:cNvPr>
          <p:cNvGrpSpPr/>
          <p:nvPr/>
        </p:nvGrpSpPr>
        <p:grpSpPr>
          <a:xfrm>
            <a:off x="649586" y="4526733"/>
            <a:ext cx="2883246" cy="1641965"/>
            <a:chOff x="649586" y="4526733"/>
            <a:chExt cx="2883246" cy="164196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B27CB38-0614-5259-ADB1-CF795BB9F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6800" y="4526733"/>
              <a:ext cx="1741675" cy="52526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A572C46-C505-548A-7D45-F1EC40C61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6800" y="5145897"/>
              <a:ext cx="2806032" cy="60820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B208418-C15A-051A-CEE5-C7EED07AD4F6}"/>
                </a:ext>
              </a:extLst>
            </p:cNvPr>
            <p:cNvSpPr txBox="1"/>
            <p:nvPr/>
          </p:nvSpPr>
          <p:spPr>
            <a:xfrm>
              <a:off x="649586" y="5799366"/>
              <a:ext cx="14417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i="0" u="none" strike="noStrike" baseline="0">
                  <a:solidFill>
                    <a:srgbClr val="131413"/>
                  </a:solidFill>
                  <a:latin typeface="RotisSansSerif-ExtraBold"/>
                </a:rPr>
                <a:t>MF6-ADJ: 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4105968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8230</TotalTime>
  <Words>13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RotisSansSerif-ExtraBold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9</cp:revision>
  <dcterms:created xsi:type="dcterms:W3CDTF">2026-08-27T18:04:22Z</dcterms:created>
  <dcterms:modified xsi:type="dcterms:W3CDTF">2026-09-02T18:28:23Z</dcterms:modified>
</cp:coreProperties>
</file>