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6532" autoAdjust="0"/>
  </p:normalViewPr>
  <p:slideViewPr>
    <p:cSldViewPr snapToGrid="0">
      <p:cViewPr varScale="1">
        <p:scale>
          <a:sx n="116" d="100"/>
          <a:sy n="116" d="100"/>
        </p:scale>
        <p:origin x="7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14B0-76B7-A496-E552-C222D6CAC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6BDB9-503E-05FB-8878-573C1C4EF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DE9CF-9686-DA96-DE0C-A7ACC9BD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D1EC3-DB32-3A83-DCD1-04072CB2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4D39-5C70-B270-DCC1-932C67A8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673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5EB8-A292-FCFF-F3D8-9F03FBFE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99CD-C802-6FF8-CEE2-10EE1DA85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49FEE-53C7-FF3D-46BC-BD31497D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A2AC6-7576-779F-C0D3-99E82EE0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AB2F-F652-A051-0E2A-64F094F1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820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6EDA-C6CE-F6A0-0534-974B38BD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40CE2-9833-0EE4-D6A2-AB713A457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67A50-DA2E-A05D-F0ED-B262E1DE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8144E-5B02-00B9-2BAC-6E83FEDA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2527-A10C-C63E-A6ED-2DEB319B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098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144D-33BA-EB4C-2096-705EBE35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783F7-7325-295A-47E9-11C32A13F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0159D-DBD7-25D2-6EC3-513519A1B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81295-A064-F4C1-1F6B-60ABABFA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1B5B5-35CD-C22D-CD8F-BDE5D5C4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DDB90-89C5-94C6-C150-78B93CEA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42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D53D-B4F6-EEE4-7464-70B393D2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7D775-C826-DC11-A9A9-A27FD4BB4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EE26E-358C-6AAA-9B43-1DBC0CDF9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EAFE3-8D1F-C687-4E8F-520F65450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0A3E4-3268-958D-EBBE-96F760EE4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C93FE-6E11-A300-E90D-6379E2A7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40C8C-0BCF-A868-CAD7-8EB3AD0C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91075-FE65-C3EE-9119-8A915473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913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19C0-2891-8F32-7AA7-6C780983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9949F-50F0-AA9C-915F-1495885C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4BE3C-3D9B-019B-6CE4-97E72E4B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B1F65-9860-A0A3-2CB7-AF280FBC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594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5DE88-F73D-F1F7-5FD9-069B8CCE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C8410-532B-4728-983A-2274CDF9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6B5A0-2660-F6A4-42AC-236E03DC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413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05A5-15B9-05BD-3C64-66341295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EB9A4-5127-9967-3626-AF353CD04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5DBA1-8B78-1F46-48F3-FA7F61CAF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14FB6-7EA5-D642-5E4B-237CD0EB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A2345-78CA-4D60-AA57-B1619AC0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C2BBD-6384-ABB8-B399-49772851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322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18D9-26D1-5A45-18CD-48910F82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AB591-18AB-E900-167A-CB9A4D08E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36F74-DE72-5712-C3F2-B0959809F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2A914-B55C-CA68-CD4C-F456278E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10E9C-0A5F-7B26-C8EC-15FA1DBB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BAFEC-7F3D-466F-5CE4-59C7352D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057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CA44-D2C2-E8E1-845D-D69B1D18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64FB2-AE22-987B-0AEB-3EC193B3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FB015-CA05-B616-1980-E1935864A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46722-DE5C-B096-192D-92A3D22A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F3BA9-BD7A-E8CE-9C2B-7CDCA794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204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4AAD7-2C7A-345C-5324-825BCC71D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4B4B1-D6A7-23D8-DBE7-C369FE96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9D16D-1021-656D-0AE9-599F1DA2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544A-E567-6B7E-2C5E-50C27994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DFEDD-CFCB-34A6-BBEE-C2245DEF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37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9F49D-10F7-1EE2-F2FB-5972F266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0F8B8-1A82-573F-9271-A7A1B6ABC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BB538-F21F-25E2-2D03-6D0113B80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E4B53-426E-402F-9D61-F07DEE7B8AF6}" type="datetimeFigureOut">
              <a:rPr lang="LID4096" smtClean="0"/>
              <a:t>09/30/2026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4F7A-EF8D-7343-0CE8-51395F7E9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0E8B-235B-499B-8DFC-90EDF2D59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CBE99-B8DE-4000-8449-ABB5508BC9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01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E00D-BEB6-8643-7C31-EFB10A04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DBE874-7E55-D281-B601-3FF41AB4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41" y="981286"/>
            <a:ext cx="2066925" cy="742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60D852-237D-59FA-CE81-150825931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733" y="906580"/>
            <a:ext cx="3952875" cy="781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E6F5C-5B59-3BC8-B791-8F5CEA5F3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91" y="328218"/>
            <a:ext cx="2476500" cy="714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39AD5E-0D11-FD07-B770-C0936AEC3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0123" y="330417"/>
            <a:ext cx="3324225" cy="704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8AF6F4-0808-37CF-3C59-9F5B34AB6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80" y="1972220"/>
            <a:ext cx="5667375" cy="704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AF6050-6028-C953-BF89-235BF9847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784" y="2707816"/>
            <a:ext cx="4438650" cy="1038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D2CF33-D27D-4151-E889-3A6F72072A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8556" y="2637663"/>
            <a:ext cx="1552575" cy="4476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11E2A7-909B-C0F2-4083-DBBB337A81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798" y="3218137"/>
            <a:ext cx="4476750" cy="6953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BB29E1C-7B08-C0C2-04A1-3182DAE782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034" y="3826375"/>
            <a:ext cx="5657850" cy="1524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E51F57-4931-0D33-2E6C-09668D85B8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884" y="3769937"/>
            <a:ext cx="3193463" cy="1580438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7BBD0EF3-8B87-BB18-F811-1FA8F3511AA3}"/>
              </a:ext>
            </a:extLst>
          </p:cNvPr>
          <p:cNvGrpSpPr/>
          <p:nvPr/>
        </p:nvGrpSpPr>
        <p:grpSpPr>
          <a:xfrm>
            <a:off x="758465" y="5814401"/>
            <a:ext cx="10721069" cy="657225"/>
            <a:chOff x="758465" y="5814401"/>
            <a:chExt cx="10721069" cy="65722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23D4EE5-8FEF-D95C-8980-325379D5C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b="36613"/>
            <a:stretch>
              <a:fillRect/>
            </a:stretch>
          </p:blipFill>
          <p:spPr>
            <a:xfrm>
              <a:off x="2611759" y="5850187"/>
              <a:ext cx="8867775" cy="58565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2E80639-2B4B-9902-DE55-F0EE1E9E2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8465" y="5814401"/>
              <a:ext cx="1314450" cy="657225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18AF2DE-6A6D-E673-F0F8-DBD987141FF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2442" y="232804"/>
            <a:ext cx="4298067" cy="1604925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1BEA117-62E3-C24A-F23B-046C1AE4885E}"/>
              </a:ext>
            </a:extLst>
          </p:cNvPr>
          <p:cNvSpPr txBox="1"/>
          <p:nvPr/>
        </p:nvSpPr>
        <p:spPr>
          <a:xfrm>
            <a:off x="6130155" y="66284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none" strike="noStrike" baseline="0" dirty="0">
                <a:latin typeface="LMRoman12-Bold"/>
              </a:rPr>
              <a:t>Salvatore MANGANARO</a:t>
            </a:r>
            <a:endParaRPr lang="LID4096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97DC94-FFF9-076C-1548-DF54CBA131E3}"/>
              </a:ext>
            </a:extLst>
          </p:cNvPr>
          <p:cNvSpPr txBox="1"/>
          <p:nvPr/>
        </p:nvSpPr>
        <p:spPr>
          <a:xfrm>
            <a:off x="166810" y="1765365"/>
            <a:ext cx="2953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400" noProof="0" dirty="0"/>
              <a:t>Momentum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D05646-541C-A2D7-7AB4-95009123219D}"/>
              </a:ext>
            </a:extLst>
          </p:cNvPr>
          <p:cNvSpPr txBox="1"/>
          <p:nvPr/>
        </p:nvSpPr>
        <p:spPr>
          <a:xfrm>
            <a:off x="166810" y="-1059"/>
            <a:ext cx="3291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400" dirty="0"/>
              <a:t>Conservation of mass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74591C-9498-0382-59E1-0F6E0E7CB5F4}"/>
              </a:ext>
            </a:extLst>
          </p:cNvPr>
          <p:cNvSpPr txBox="1"/>
          <p:nvPr/>
        </p:nvSpPr>
        <p:spPr>
          <a:xfrm>
            <a:off x="233084" y="5650836"/>
            <a:ext cx="2953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400" noProof="0" dirty="0"/>
              <a:t>Energy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4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A9520-D44E-2F92-0C37-BE0FCA7482A4}"/>
              </a:ext>
            </a:extLst>
          </p:cNvPr>
          <p:cNvSpPr txBox="1"/>
          <p:nvPr/>
        </p:nvSpPr>
        <p:spPr>
          <a:xfrm>
            <a:off x="64084" y="6119336"/>
            <a:ext cx="3291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400" dirty="0"/>
              <a:t>MODFLOW</a:t>
            </a:r>
          </a:p>
          <a:p>
            <a:r>
              <a:rPr lang="en-GB" sz="1400" noProof="0" dirty="0">
                <a:solidFill>
                  <a:srgbClr val="FF0000"/>
                </a:solidFill>
              </a:rPr>
              <a:t>FiPy</a:t>
            </a:r>
          </a:p>
          <a:p>
            <a:r>
              <a:rPr lang="en-GB" sz="1400" dirty="0">
                <a:solidFill>
                  <a:schemeClr val="tx1"/>
                </a:solidFill>
              </a:rPr>
              <a:t>CFD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A1782B1-9A33-E5BB-8A5E-DB1DECA5A0AB}"/>
              </a:ext>
            </a:extLst>
          </p:cNvPr>
          <p:cNvGrpSpPr/>
          <p:nvPr/>
        </p:nvGrpSpPr>
        <p:grpSpPr>
          <a:xfrm>
            <a:off x="471491" y="328218"/>
            <a:ext cx="6635117" cy="1396018"/>
            <a:chOff x="471491" y="328218"/>
            <a:chExt cx="6635117" cy="13960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7DB5FB-21CC-108A-443B-2B4D81A0B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3733" y="906580"/>
              <a:ext cx="3952875" cy="78105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7AC56C-E654-7B2E-1F3A-C0C66B57F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491" y="328218"/>
              <a:ext cx="2476500" cy="7143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3D5C96-41E2-751A-61C4-EAEE994B1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941" y="981286"/>
              <a:ext cx="2066925" cy="7429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9D767C-7C4F-53B2-6CAE-1DE29B8BAE60}"/>
                  </a:ext>
                </a:extLst>
              </p:cNvPr>
              <p:cNvSpPr txBox="1"/>
              <p:nvPr/>
            </p:nvSpPr>
            <p:spPr>
              <a:xfrm>
                <a:off x="1709741" y="5792901"/>
                <a:ext cx="4207049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num>
                        <m:den>
                          <m:r>
                            <a:rPr lang="pt-BR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d>
                        <m:dPr>
                          <m:ctrlPr>
                            <a:rPr lang="el-G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l-G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l-G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l-G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l-G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l-G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pt-B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l-G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B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l-G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l-G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pt-B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l-G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pt-BR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pt-BR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9D767C-7C4F-53B2-6CAE-1DE29B8BA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741" y="5792901"/>
                <a:ext cx="4207049" cy="627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47FEA01-865F-CAC1-F20E-3346FDF328DC}"/>
              </a:ext>
            </a:extLst>
          </p:cNvPr>
          <p:cNvGrpSpPr/>
          <p:nvPr/>
        </p:nvGrpSpPr>
        <p:grpSpPr>
          <a:xfrm>
            <a:off x="7795058" y="2423019"/>
            <a:ext cx="3771561" cy="1242879"/>
            <a:chOff x="7806558" y="1841944"/>
            <a:chExt cx="3771561" cy="1242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EC6CCB-10A7-F9A0-3017-F31384D515B5}"/>
                    </a:ext>
                  </a:extLst>
                </p:cNvPr>
                <p:cNvSpPr txBox="1"/>
                <p:nvPr/>
              </p:nvSpPr>
              <p:spPr>
                <a:xfrm>
                  <a:off x="11010045" y="2506267"/>
                  <a:ext cx="5161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EEC6CCB-10A7-F9A0-3017-F31384D51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0045" y="2506267"/>
                  <a:ext cx="51616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9412" r="-3529" b="-1521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5A9059-C4D7-59FF-9150-27E5627DF5F8}"/>
                    </a:ext>
                  </a:extLst>
                </p:cNvPr>
                <p:cNvSpPr txBox="1"/>
                <p:nvPr/>
              </p:nvSpPr>
              <p:spPr>
                <a:xfrm>
                  <a:off x="7923883" y="1841944"/>
                  <a:ext cx="2126287" cy="5815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pt-BR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pt-BR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  <m:r>
                          <a:rPr lang="pt-BR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pt-B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pt-BR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LID4096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5A9059-C4D7-59FF-9150-27E5627DF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883" y="1841944"/>
                  <a:ext cx="2126287" cy="5815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B0D106D-BE3E-5809-A88D-C018894DBA9F}"/>
                    </a:ext>
                  </a:extLst>
                </p:cNvPr>
                <p:cNvSpPr txBox="1"/>
                <p:nvPr/>
              </p:nvSpPr>
              <p:spPr>
                <a:xfrm>
                  <a:off x="10293024" y="1872728"/>
                  <a:ext cx="1285095" cy="4419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pt-BR" b="0" dirty="0">
                      <a:solidFill>
                        <a:srgbClr val="0000FF"/>
                      </a:solidFill>
                    </a:rPr>
                    <a:t>-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dirty="0">
                      <a:solidFill>
                        <a:srgbClr val="0000FF"/>
                      </a:solidFill>
                    </a:rPr>
                    <a:t> 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pt-B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pt-BR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den>
                      </m:f>
                    </m:oMath>
                  </a14:m>
                  <a:endParaRPr lang="LID4096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B0D106D-BE3E-5809-A88D-C018894DB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3024" y="1872728"/>
                  <a:ext cx="1285095" cy="441980"/>
                </a:xfrm>
                <a:prstGeom prst="rect">
                  <a:avLst/>
                </a:prstGeom>
                <a:blipFill>
                  <a:blip r:embed="rId8"/>
                  <a:stretch>
                    <a:fillRect l="-11429" t="-1389" r="-4762" b="-1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730F75-F850-326F-C48A-C0E7E129F181}"/>
                    </a:ext>
                  </a:extLst>
                </p:cNvPr>
                <p:cNvSpPr txBox="1"/>
                <p:nvPr/>
              </p:nvSpPr>
              <p:spPr>
                <a:xfrm>
                  <a:off x="7806558" y="2481709"/>
                  <a:ext cx="3132011" cy="603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f>
                          <m:fPr>
                            <m:ctrlPr>
                              <a:rPr lang="el-GR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f>
                          <m:fPr>
                            <m:ctrlPr>
                              <a:rPr lang="el-G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f>
                          <m:fPr>
                            <m:ctrlPr>
                              <a:rPr lang="el-G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LID4096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0730F75-F850-326F-C48A-C0E7E129F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6558" y="2481709"/>
                  <a:ext cx="3132011" cy="60311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C2A428B-4821-36D9-B23A-C7654137F336}"/>
              </a:ext>
            </a:extLst>
          </p:cNvPr>
          <p:cNvGrpSpPr/>
          <p:nvPr/>
        </p:nvGrpSpPr>
        <p:grpSpPr>
          <a:xfrm>
            <a:off x="192185" y="3109794"/>
            <a:ext cx="6467091" cy="2240581"/>
            <a:chOff x="192185" y="3109794"/>
            <a:chExt cx="6467091" cy="224058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053C902-4FCC-D3E6-00DA-E0C23F338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5034" y="3826375"/>
              <a:ext cx="5657850" cy="1524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23F4589-92FF-015D-938D-60F9A0F74EC9}"/>
                    </a:ext>
                  </a:extLst>
                </p:cNvPr>
                <p:cNvSpPr txBox="1"/>
                <p:nvPr/>
              </p:nvSpPr>
              <p:spPr>
                <a:xfrm>
                  <a:off x="192185" y="3134858"/>
                  <a:ext cx="6467091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pt-B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  <m:r>
                          <a:rPr lang="pt-BR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pt-B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τ</m:t>
                                </m:r>
                              </m:e>
                              <m:sub>
                                <m:r>
                                  <a:rPr lang="pt-BR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num>
                          <m:den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pt-B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pt-B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pt-BR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num>
                              <m:den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f>
                              <m:f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pt-BR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</m:num>
                              <m:den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den>
                            </m:f>
                            <m:r>
                              <a:rPr lang="pt-BR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f>
                              <m:f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lang="pt-BR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f>
                              <m:fPr>
                                <m:ctrlP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pt-BR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LID4096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23F4589-92FF-015D-938D-60F9A0F74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85" y="3134858"/>
                  <a:ext cx="6467091" cy="62235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78C591-1F59-ABC5-0857-E13A4F2D99BE}"/>
                </a:ext>
              </a:extLst>
            </p:cNvPr>
            <p:cNvSpPr/>
            <p:nvPr/>
          </p:nvSpPr>
          <p:spPr>
            <a:xfrm>
              <a:off x="4588476" y="3888259"/>
              <a:ext cx="667265" cy="486033"/>
            </a:xfrm>
            <a:prstGeom prst="rect">
              <a:avLst/>
            </a:prstGeom>
            <a:noFill/>
            <a:ln w="31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A118F87-776B-58C7-661F-0302BAC1238C}"/>
                </a:ext>
              </a:extLst>
            </p:cNvPr>
            <p:cNvSpPr/>
            <p:nvPr/>
          </p:nvSpPr>
          <p:spPr>
            <a:xfrm>
              <a:off x="1299655" y="3109794"/>
              <a:ext cx="2126287" cy="646141"/>
            </a:xfrm>
            <a:prstGeom prst="rect">
              <a:avLst/>
            </a:prstGeom>
            <a:noFill/>
            <a:ln w="31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6ADCB44-A384-AA3F-025A-A84E6ADF10B3}"/>
              </a:ext>
            </a:extLst>
          </p:cNvPr>
          <p:cNvSpPr txBox="1"/>
          <p:nvPr/>
        </p:nvSpPr>
        <p:spPr>
          <a:xfrm>
            <a:off x="6130155" y="662846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i="0" u="none" strike="noStrike" baseline="0" dirty="0">
                <a:latin typeface="LMRoman12-Bold"/>
              </a:rPr>
              <a:t>Frank M. White</a:t>
            </a:r>
            <a:endParaRPr lang="LID4096" sz="12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1FEB06-407E-F9E5-4152-02A2D0565515}"/>
              </a:ext>
            </a:extLst>
          </p:cNvPr>
          <p:cNvGrpSpPr/>
          <p:nvPr/>
        </p:nvGrpSpPr>
        <p:grpSpPr>
          <a:xfrm>
            <a:off x="7754552" y="4176730"/>
            <a:ext cx="3019224" cy="2338523"/>
            <a:chOff x="7754552" y="4176730"/>
            <a:chExt cx="3019224" cy="23385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77119F-45A2-B725-B9CC-98EB64223A98}"/>
                    </a:ext>
                  </a:extLst>
                </p:cNvPr>
                <p:cNvSpPr txBox="1"/>
                <p:nvPr/>
              </p:nvSpPr>
              <p:spPr>
                <a:xfrm>
                  <a:off x="7754552" y="5912139"/>
                  <a:ext cx="3019224" cy="603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777119F-45A2-B725-B9CC-98EB64223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4552" y="5912139"/>
                  <a:ext cx="3019224" cy="6031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33DA4F-C242-4AD8-62E5-DAEB1865A569}"/>
                    </a:ext>
                  </a:extLst>
                </p:cNvPr>
                <p:cNvSpPr txBox="1"/>
                <p:nvPr/>
              </p:nvSpPr>
              <p:spPr>
                <a:xfrm>
                  <a:off x="8057200" y="4176730"/>
                  <a:ext cx="2143536" cy="5740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f>
                          <m:fPr>
                            <m:ctrlPr>
                              <a:rPr lang="el-GR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  <m:r>
                          <a:rPr lang="pt-B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pt-B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f>
                          <m:f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oMath>
                    </m:oMathPara>
                  </a14:m>
                  <a:endParaRPr lang="LID4096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E33DA4F-C242-4AD8-62E5-DAEB1865A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7200" y="4176730"/>
                  <a:ext cx="2143536" cy="57400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C3487B-E4F5-1193-74EF-732269BDEEF0}"/>
                    </a:ext>
                  </a:extLst>
                </p:cNvPr>
                <p:cNvSpPr txBox="1"/>
                <p:nvPr/>
              </p:nvSpPr>
              <p:spPr>
                <a:xfrm>
                  <a:off x="8057200" y="4687562"/>
                  <a:ext cx="2543966" cy="57400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pt-BR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f>
                          <m:fPr>
                            <m:ctrlPr>
                              <a:rPr lang="el-GR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  <m:r>
                          <a:rPr lang="pt-B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f>
                          <m:f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a:rPr lang="pt-B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f>
                          <m:fPr>
                            <m:ctrlP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pt-BR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oMath>
                    </m:oMathPara>
                  </a14:m>
                  <a:endParaRPr lang="LID4096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C3487B-E4F5-1193-74EF-732269BDE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7200" y="4687562"/>
                  <a:ext cx="2543966" cy="57400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7712795-EC4D-C23E-E57C-E28F4D244724}"/>
                    </a:ext>
                  </a:extLst>
                </p:cNvPr>
                <p:cNvSpPr txBox="1"/>
                <p:nvPr/>
              </p:nvSpPr>
              <p:spPr>
                <a:xfrm>
                  <a:off x="8069244" y="5389586"/>
                  <a:ext cx="17418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pt-BR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pt-B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pt-B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LID4096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7712795-EC4D-C23E-E57C-E28F4D244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9244" y="5389586"/>
                  <a:ext cx="17418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807" r="-2807" b="-32609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4F7BE1-26B5-CB1E-9B86-548E70FBEBBE}"/>
              </a:ext>
            </a:extLst>
          </p:cNvPr>
          <p:cNvGrpSpPr/>
          <p:nvPr/>
        </p:nvGrpSpPr>
        <p:grpSpPr>
          <a:xfrm>
            <a:off x="8438870" y="278442"/>
            <a:ext cx="3300741" cy="1543153"/>
            <a:chOff x="8109356" y="278442"/>
            <a:chExt cx="3300741" cy="154315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25A350-2479-6A0F-10C1-7B3C3EF50622}"/>
                </a:ext>
              </a:extLst>
            </p:cNvPr>
            <p:cNvSpPr txBox="1"/>
            <p:nvPr/>
          </p:nvSpPr>
          <p:spPr>
            <a:xfrm>
              <a:off x="10125002" y="278442"/>
              <a:ext cx="128509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r"/>
              <a:r>
                <a:rPr lang="pt-BR" sz="1400" dirty="0">
                  <a:solidFill>
                    <a:schemeClr val="tx1"/>
                  </a:solidFill>
                </a:rPr>
                <a:t>Continuidade</a:t>
              </a:r>
            </a:p>
            <a:p>
              <a:pPr algn="r"/>
              <a:r>
                <a:rPr lang="pt-BR" sz="1400" noProof="0" dirty="0">
                  <a:solidFill>
                    <a:schemeClr val="tx1"/>
                  </a:solidFill>
                </a:rPr>
                <a:t>Momento</a:t>
              </a:r>
            </a:p>
            <a:p>
              <a:pPr algn="r"/>
              <a:r>
                <a:rPr lang="pt-BR" sz="1400" dirty="0">
                  <a:solidFill>
                    <a:schemeClr val="tx1"/>
                  </a:solidFill>
                </a:rPr>
                <a:t>Energia</a:t>
              </a:r>
              <a:endParaRPr lang="pt-BR" sz="2000" noProof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A2724B2-2AAC-F21A-F7EA-1093537031EF}"/>
                    </a:ext>
                  </a:extLst>
                </p:cNvPr>
                <p:cNvSpPr txBox="1"/>
                <p:nvPr/>
              </p:nvSpPr>
              <p:spPr>
                <a:xfrm>
                  <a:off x="8144695" y="372789"/>
                  <a:ext cx="84638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A2724B2-2AAC-F21A-F7EA-109353703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4695" y="372789"/>
                  <a:ext cx="84638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5755" r="-6475" b="-652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E9301FA-DF75-9FCA-1381-4BD5589C72A9}"/>
                    </a:ext>
                  </a:extLst>
                </p:cNvPr>
                <p:cNvSpPr txBox="1"/>
                <p:nvPr/>
              </p:nvSpPr>
              <p:spPr>
                <a:xfrm>
                  <a:off x="8144695" y="777800"/>
                  <a:ext cx="2301464" cy="40697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pt-B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pt-BR" dirty="0">
                      <a:solidFill>
                        <a:schemeClr val="tx1"/>
                      </a:solidFill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sSup>
                        <m:sSupPr>
                          <m:ctrlPr>
                            <a:rPr lang="el-G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a14:m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E9301FA-DF75-9FCA-1381-4BD5589C7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4695" y="777800"/>
                  <a:ext cx="2301464" cy="406971"/>
                </a:xfrm>
                <a:prstGeom prst="rect">
                  <a:avLst/>
                </a:prstGeom>
                <a:blipFill>
                  <a:blip r:embed="rId17"/>
                  <a:stretch>
                    <a:fillRect l="-3704" r="-3175" b="-1515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8E10068-CC68-AEB6-35DA-975408E6ED6C}"/>
                    </a:ext>
                  </a:extLst>
                </p:cNvPr>
                <p:cNvSpPr txBox="1"/>
                <p:nvPr/>
              </p:nvSpPr>
              <p:spPr>
                <a:xfrm>
                  <a:off x="8109356" y="1294912"/>
                  <a:ext cx="2071721" cy="5266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  <m:f>
                          <m:fPr>
                            <m:ctrlPr>
                              <a:rPr lang="pt-B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a:rPr lang="pt-BR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  <m:r>
                          <a:rPr lang="pt-B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sSup>
                          <m:sSupPr>
                            <m:ctrlPr>
                              <a:rPr lang="el-G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pt-BR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pt-B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pt-B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lang="LID4096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8E10068-CC68-AEB6-35DA-975408E6ED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9356" y="1294912"/>
                  <a:ext cx="2071721" cy="52668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8479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5828-D258-F3DA-EF53-68615D6E1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11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194C3-EECD-0BAB-9174-85628AC1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61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04D8-1E7D-4E43-AC5C-5CEA158C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41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127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LMRoman12-Bold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14</cp:revision>
  <dcterms:created xsi:type="dcterms:W3CDTF">2026-09-18T11:51:41Z</dcterms:created>
  <dcterms:modified xsi:type="dcterms:W3CDTF">2026-09-30T17:20:56Z</dcterms:modified>
</cp:coreProperties>
</file>