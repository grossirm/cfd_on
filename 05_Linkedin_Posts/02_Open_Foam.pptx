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7E7FF"/>
    <a:srgbClr val="C5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3D61-E0E5-6C72-C54F-7628B0F00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2186D-C881-9373-1998-342384F1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1D0A-EF62-285D-9183-65966AA4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95C0A-264B-01D6-C9EE-B5CF7425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D4BD-37AF-ECAC-43E7-EBA62764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352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4E9C-37E5-C451-30FE-57F941EC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8DD0-929E-5524-E292-0D67AF6F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6DC0C-3DEC-D6A0-C747-5D264982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1A0B-F63C-87F2-1818-20FC3B87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0E64-C8F3-E549-A522-AB53B8D8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445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F187-C830-6EC9-2F9C-57EE7EF8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355B-5837-559F-0C62-BE8137F8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5A62-9FD1-43AF-5BB6-DD4EEE21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9CC27-CB3D-C5E0-B2E7-54885B35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110E-B2BB-5AF3-1E85-194A80B8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938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DA8-6400-5744-5B0E-F16C12F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E0E0E-E08A-BB9F-67F0-9DC9B677D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095A8-9B5D-6503-FBBB-5AA1E45B3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A78AA-D7C3-06C3-1312-6E4AE3FD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A2628-24CB-5C9A-373C-086B529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DA631-EAEB-2498-6B81-8A16F716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70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50CB-0CCD-0344-DA7D-906CE267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643C-66E8-8188-1C7A-D30D4EC6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75E80-CD44-F8AE-4D08-B065D0216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8B0C4-D33D-82E4-379C-AA5510AF3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AC3E1-2ABB-7DA9-308D-46B6D1A83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70E15-CC1F-4523-43BA-5EB26CFE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5CA21-DB4C-1D0F-9C98-7B19CC5C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9FEFD-5C23-06F3-8415-9CA79630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695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3254-56B4-E122-B071-9AAAA6C0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792F3-89DE-DCC4-8940-C1BC35DB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72E0B-1915-463E-8D77-582F8490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7BB10-7AA7-F13F-ECC4-1C3955CF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821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E4944-B874-CB00-7F5B-D9366F1D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6A870-DF66-8291-6BE4-8B326AE8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A30FE-B4DF-2BCD-0659-F362BD28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649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2871-9BF2-8AC9-C213-7B3FBD7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457D-B644-ADF2-1719-2F6DE1187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A7A3F-C2B5-AB32-3955-D57273D8A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E3201-1425-77FC-2190-154B84E0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92529-4051-6BE1-1A8B-5C5FAB01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9CB76-2937-C5EE-1D1F-9A7DC4E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32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A7D7-4133-7659-80BA-7809F2C3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A0E90-DD7E-EC6A-4635-8E2C7A488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4488B-41A4-D683-4735-EE7231C87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EA442-CA3D-DA99-ED43-510E7EE1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CDBE1-E250-F438-FC01-C7EFB503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B16D9-C319-E976-E573-77200E6E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424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A14D-1925-799F-3060-4D025AFA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800ED-E441-7A1A-A3C8-7F594EB0B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9FB6C-19C3-686A-B427-D0FA27EB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C511-C983-37CE-12A7-5E757C04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A466F-0AE7-4B18-582D-155846CE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282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C23B1-CC57-4AA7-1404-8F12F7922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75EED-0C59-B74D-3B0D-D8443287C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8E20-2C3C-5DFD-0DF6-2107B867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F950-1EC5-B858-83E8-ECAA42DD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D305C-B816-E5B9-7931-FC4DCBF1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834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E029C-018F-A872-5F6F-36A65D81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E4F39-8059-F351-237E-C5D4AB0BC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57534-6C95-8156-4758-F655ACB0B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686FF-3DC0-4D03-9102-64E826D8EE6E}" type="datetimeFigureOut">
              <a:rPr lang="LID4096" smtClean="0"/>
              <a:t>09/04/2026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35FFD-A04D-B66E-4D58-AED7887AF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79332-3623-35DD-6626-8EF3F0200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7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E69118-26F8-B30E-9B82-B0E93B889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89" y="264902"/>
            <a:ext cx="5347902" cy="210903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5F85A9-FF1B-56FF-B4F8-080257483BDE}"/>
              </a:ext>
            </a:extLst>
          </p:cNvPr>
          <p:cNvSpPr txBox="1"/>
          <p:nvPr/>
        </p:nvSpPr>
        <p:spPr>
          <a:xfrm>
            <a:off x="408690" y="2715301"/>
            <a:ext cx="53225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0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F</a:t>
            </a:r>
            <a:r>
              <a:rPr lang="en-GB" sz="2800" b="1" i="0" u="none" strike="noStrike" baseline="0" dirty="0">
                <a:latin typeface="LMRoman12-Regular"/>
              </a:rPr>
              <a:t>ield </a:t>
            </a:r>
            <a:r>
              <a:rPr lang="en-GB" sz="2800" b="1" i="0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O</a:t>
            </a:r>
            <a:r>
              <a:rPr lang="en-GB" sz="2800" b="1" i="0" u="none" strike="noStrike" baseline="0" dirty="0">
                <a:latin typeface="LMRoman12-Regular"/>
              </a:rPr>
              <a:t>peration </a:t>
            </a:r>
            <a:r>
              <a:rPr lang="en-GB" sz="2800" b="1" i="0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A</a:t>
            </a:r>
            <a:r>
              <a:rPr lang="en-GB" sz="2800" b="1" i="0" u="none" strike="noStrike" baseline="0" dirty="0">
                <a:latin typeface="LMRoman12-Regular"/>
              </a:rPr>
              <a:t>nd </a:t>
            </a:r>
            <a:r>
              <a:rPr lang="en-GB" sz="2800" b="1" i="0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M</a:t>
            </a:r>
            <a:r>
              <a:rPr lang="en-GB" sz="2800" b="1" i="0" u="none" strike="noStrike" baseline="0" dirty="0">
                <a:latin typeface="LMRoman12-Regular"/>
              </a:rPr>
              <a:t>anipulation</a:t>
            </a:r>
            <a:endParaRPr lang="LID4096" sz="2800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AE8BF9E-F9BA-B702-A493-5025E9CC8625}"/>
              </a:ext>
            </a:extLst>
          </p:cNvPr>
          <p:cNvGrpSpPr>
            <a:grpSpLocks noChangeAspect="1"/>
          </p:cNvGrpSpPr>
          <p:nvPr/>
        </p:nvGrpSpPr>
        <p:grpSpPr>
          <a:xfrm>
            <a:off x="565019" y="3429000"/>
            <a:ext cx="3478797" cy="2896389"/>
            <a:chOff x="570368" y="3228186"/>
            <a:chExt cx="2453773" cy="204297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4510B1-08AD-722C-2323-BF07527EC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6539" y="3228186"/>
              <a:ext cx="1747602" cy="204297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38E16340-B04A-BD7E-C439-B2F0D2752FF4}"/>
                </a:ext>
              </a:extLst>
            </p:cNvPr>
            <p:cNvSpPr/>
            <p:nvPr/>
          </p:nvSpPr>
          <p:spPr>
            <a:xfrm>
              <a:off x="570368" y="4721351"/>
              <a:ext cx="491402" cy="461665"/>
            </a:xfrm>
            <a:prstGeom prst="rightArrow">
              <a:avLst/>
            </a:prstGeom>
            <a:solidFill>
              <a:srgbClr val="0000FF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152A27A-57FB-DE69-67B1-731C23C8C8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92" t="1090"/>
          <a:stretch>
            <a:fillRect/>
          </a:stretch>
        </p:blipFill>
        <p:spPr>
          <a:xfrm>
            <a:off x="6116811" y="2373934"/>
            <a:ext cx="5510170" cy="395032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7FB053-56FD-2B57-6107-3979686561C6}"/>
              </a:ext>
            </a:extLst>
          </p:cNvPr>
          <p:cNvSpPr txBox="1"/>
          <p:nvPr/>
        </p:nvSpPr>
        <p:spPr>
          <a:xfrm>
            <a:off x="4824109" y="2288591"/>
            <a:ext cx="12129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Open</a:t>
            </a:r>
            <a:endParaRPr lang="LID4096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135D20-BB5B-6452-A701-2E4A2634173B}"/>
              </a:ext>
            </a:extLst>
          </p:cNvPr>
          <p:cNvSpPr txBox="1"/>
          <p:nvPr/>
        </p:nvSpPr>
        <p:spPr>
          <a:xfrm>
            <a:off x="5926529" y="264902"/>
            <a:ext cx="3561503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==========                 </a:t>
            </a:r>
          </a:p>
          <a:p>
            <a:r>
              <a:rPr lang="en-US" dirty="0">
                <a:solidFill>
                  <a:schemeClr val="bg1"/>
                </a:solidFill>
              </a:rPr>
              <a:t>  \ \              /    </a:t>
            </a:r>
            <a:r>
              <a:rPr lang="en-US" b="1" dirty="0">
                <a:solidFill>
                  <a:schemeClr val="bg1"/>
                </a:solidFill>
              </a:rPr>
              <a:t>F</a:t>
            </a:r>
            <a:r>
              <a:rPr lang="en-US" dirty="0">
                <a:solidFill>
                  <a:schemeClr val="bg1"/>
                </a:solidFill>
              </a:rPr>
              <a:t>    ield             </a:t>
            </a:r>
          </a:p>
          <a:p>
            <a:r>
              <a:rPr lang="en-US" dirty="0">
                <a:solidFill>
                  <a:schemeClr val="bg1"/>
                </a:solidFill>
              </a:rPr>
              <a:t>    \ \          /      </a:t>
            </a:r>
            <a:r>
              <a:rPr lang="en-US" b="1" dirty="0">
                <a:solidFill>
                  <a:schemeClr val="bg1"/>
                </a:solidFill>
              </a:rPr>
              <a:t>O</a:t>
            </a:r>
            <a:r>
              <a:rPr lang="en-US" dirty="0">
                <a:solidFill>
                  <a:schemeClr val="bg1"/>
                </a:solidFill>
              </a:rPr>
              <a:t>   peration    </a:t>
            </a:r>
          </a:p>
          <a:p>
            <a:r>
              <a:rPr lang="en-US" dirty="0">
                <a:solidFill>
                  <a:schemeClr val="bg1"/>
                </a:solidFill>
              </a:rPr>
              <a:t>      \ \      /        </a:t>
            </a:r>
            <a:r>
              <a:rPr lang="en-US" b="1" dirty="0">
                <a:solidFill>
                  <a:schemeClr val="bg1"/>
                </a:solidFill>
              </a:rPr>
              <a:t>A</a:t>
            </a:r>
            <a:r>
              <a:rPr lang="en-US" dirty="0">
                <a:solidFill>
                  <a:schemeClr val="bg1"/>
                </a:solidFill>
              </a:rPr>
              <a:t>   nd          </a:t>
            </a:r>
          </a:p>
          <a:p>
            <a:r>
              <a:rPr lang="en-US" dirty="0">
                <a:solidFill>
                  <a:schemeClr val="bg1"/>
                </a:solidFill>
              </a:rPr>
              <a:t>        \ \  /          </a:t>
            </a:r>
            <a:r>
              <a:rPr lang="en-US" b="1" dirty="0">
                <a:solidFill>
                  <a:schemeClr val="bg1"/>
                </a:solidFill>
              </a:rPr>
              <a:t>M</a:t>
            </a:r>
            <a:r>
              <a:rPr lang="en-US" dirty="0">
                <a:solidFill>
                  <a:schemeClr val="bg1"/>
                </a:solidFill>
              </a:rPr>
              <a:t>  anipulation  </a:t>
            </a:r>
          </a:p>
        </p:txBody>
      </p:sp>
    </p:spTree>
    <p:extLst>
      <p:ext uri="{BB962C8B-B14F-4D97-AF65-F5344CB8AC3E}">
        <p14:creationId xmlns:p14="http://schemas.microsoft.com/office/powerpoint/2010/main" val="430310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LMRoman12-Regular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32</cp:revision>
  <dcterms:created xsi:type="dcterms:W3CDTF">2026-05-20T13:22:55Z</dcterms:created>
  <dcterms:modified xsi:type="dcterms:W3CDTF">2026-09-04T13:43:57Z</dcterms:modified>
</cp:coreProperties>
</file>